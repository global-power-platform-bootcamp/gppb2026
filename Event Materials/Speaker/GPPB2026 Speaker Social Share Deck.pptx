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CAED"/>
    <a:srgbClr val="DF81C3"/>
    <a:srgbClr val="4E495A"/>
    <a:srgbClr val="3F646E"/>
    <a:srgbClr val="0B5469"/>
    <a:srgbClr val="0066FF"/>
    <a:srgbClr val="1383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F62493-1586-41BE-8422-BA2FEF441FA9}" v="12" dt="2025-01-14T10:25:18.0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437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19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an Kumar" userId="0b4d6e6f-7c99-4de4-a9e6-a72a547bdecf" providerId="ADAL" clId="{23F62493-1586-41BE-8422-BA2FEF441FA9}"/>
    <pc:docChg chg="custSel modSld modMainMaster">
      <pc:chgData name="Aman Kumar" userId="0b4d6e6f-7c99-4de4-a9e6-a72a547bdecf" providerId="ADAL" clId="{23F62493-1586-41BE-8422-BA2FEF441FA9}" dt="2025-01-14T10:30:26.209" v="96" actId="1076"/>
      <pc:docMkLst>
        <pc:docMk/>
      </pc:docMkLst>
      <pc:sldChg chg="modSp mod">
        <pc:chgData name="Aman Kumar" userId="0b4d6e6f-7c99-4de4-a9e6-a72a547bdecf" providerId="ADAL" clId="{23F62493-1586-41BE-8422-BA2FEF441FA9}" dt="2025-01-14T10:30:26.209" v="96" actId="1076"/>
        <pc:sldMkLst>
          <pc:docMk/>
          <pc:sldMk cId="270227916" sldId="257"/>
        </pc:sldMkLst>
        <pc:spChg chg="mod">
          <ac:chgData name="Aman Kumar" userId="0b4d6e6f-7c99-4de4-a9e6-a72a547bdecf" providerId="ADAL" clId="{23F62493-1586-41BE-8422-BA2FEF441FA9}" dt="2025-01-14T10:30:26.209" v="96" actId="1076"/>
          <ac:spMkLst>
            <pc:docMk/>
            <pc:sldMk cId="270227916" sldId="257"/>
            <ac:spMk id="6" creationId="{F044DA06-42F7-4F1F-B500-A1D63375FC39}"/>
          </ac:spMkLst>
        </pc:spChg>
      </pc:sldChg>
      <pc:sldChg chg="modSp mod">
        <pc:chgData name="Aman Kumar" userId="0b4d6e6f-7c99-4de4-a9e6-a72a547bdecf" providerId="ADAL" clId="{23F62493-1586-41BE-8422-BA2FEF441FA9}" dt="2025-01-14T10:29:24.670" v="77" actId="20577"/>
        <pc:sldMkLst>
          <pc:docMk/>
          <pc:sldMk cId="1607532763" sldId="258"/>
        </pc:sldMkLst>
        <pc:spChg chg="mod">
          <ac:chgData name="Aman Kumar" userId="0b4d6e6f-7c99-4de4-a9e6-a72a547bdecf" providerId="ADAL" clId="{23F62493-1586-41BE-8422-BA2FEF441FA9}" dt="2025-01-14T10:29:24.670" v="77" actId="20577"/>
          <ac:spMkLst>
            <pc:docMk/>
            <pc:sldMk cId="1607532763" sldId="258"/>
            <ac:spMk id="6" creationId="{A0DEBA81-AB9A-4751-BBAE-A0FF5885E9E7}"/>
          </ac:spMkLst>
        </pc:spChg>
      </pc:sldChg>
      <pc:sldMasterChg chg="addSp delSp modSp mod modSldLayout">
        <pc:chgData name="Aman Kumar" userId="0b4d6e6f-7c99-4de4-a9e6-a72a547bdecf" providerId="ADAL" clId="{23F62493-1586-41BE-8422-BA2FEF441FA9}" dt="2025-01-14T10:25:18.010" v="57" actId="20577"/>
        <pc:sldMasterMkLst>
          <pc:docMk/>
          <pc:sldMasterMk cId="937365418" sldId="2147483648"/>
        </pc:sldMasterMkLst>
        <pc:spChg chg="add mod">
          <ac:chgData name="Aman Kumar" userId="0b4d6e6f-7c99-4de4-a9e6-a72a547bdecf" providerId="ADAL" clId="{23F62493-1586-41BE-8422-BA2FEF441FA9}" dt="2025-01-14T10:21:39.813" v="17" actId="1076"/>
          <ac:spMkLst>
            <pc:docMk/>
            <pc:sldMasterMk cId="937365418" sldId="2147483648"/>
            <ac:spMk id="5" creationId="{B0EBC887-B29E-1760-B9E4-3247B8245405}"/>
          </ac:spMkLst>
        </pc:spChg>
        <pc:spChg chg="mod">
          <ac:chgData name="Aman Kumar" userId="0b4d6e6f-7c99-4de4-a9e6-a72a547bdecf" providerId="ADAL" clId="{23F62493-1586-41BE-8422-BA2FEF441FA9}" dt="2025-01-14T10:23:42.081" v="38" actId="20577"/>
          <ac:spMkLst>
            <pc:docMk/>
            <pc:sldMasterMk cId="937365418" sldId="2147483648"/>
            <ac:spMk id="10" creationId="{CC42B244-FBE9-4F38-8EEB-8A7446B2A258}"/>
          </ac:spMkLst>
        </pc:spChg>
        <pc:picChg chg="del">
          <ac:chgData name="Aman Kumar" userId="0b4d6e6f-7c99-4de4-a9e6-a72a547bdecf" providerId="ADAL" clId="{23F62493-1586-41BE-8422-BA2FEF441FA9}" dt="2025-01-14T10:21:36.985" v="16" actId="21"/>
          <ac:picMkLst>
            <pc:docMk/>
            <pc:sldMasterMk cId="937365418" sldId="2147483648"/>
            <ac:picMk id="4" creationId="{58A79676-A7B8-4C12-4431-07750AF0526E}"/>
          </ac:picMkLst>
        </pc:picChg>
        <pc:sldLayoutChg chg="addSp delSp modSp mod">
          <pc:chgData name="Aman Kumar" userId="0b4d6e6f-7c99-4de4-a9e6-a72a547bdecf" providerId="ADAL" clId="{23F62493-1586-41BE-8422-BA2FEF441FA9}" dt="2025-01-14T10:22:21.978" v="25" actId="1076"/>
          <pc:sldLayoutMkLst>
            <pc:docMk/>
            <pc:sldMasterMk cId="937365418" sldId="2147483648"/>
            <pc:sldLayoutMk cId="1416968522" sldId="2147483650"/>
          </pc:sldLayoutMkLst>
          <pc:spChg chg="add del mod">
            <ac:chgData name="Aman Kumar" userId="0b4d6e6f-7c99-4de4-a9e6-a72a547bdecf" providerId="ADAL" clId="{23F62493-1586-41BE-8422-BA2FEF441FA9}" dt="2025-01-14T10:21:19.826" v="11" actId="21"/>
            <ac:spMkLst>
              <pc:docMk/>
              <pc:sldMasterMk cId="937365418" sldId="2147483648"/>
              <pc:sldLayoutMk cId="1416968522" sldId="2147483650"/>
              <ac:spMk id="3" creationId="{B0EBC887-B29E-1760-B9E4-3247B8245405}"/>
            </ac:spMkLst>
          </pc:spChg>
          <pc:spChg chg="add mod">
            <ac:chgData name="Aman Kumar" userId="0b4d6e6f-7c99-4de4-a9e6-a72a547bdecf" providerId="ADAL" clId="{23F62493-1586-41BE-8422-BA2FEF441FA9}" dt="2025-01-14T10:22:21.978" v="25" actId="1076"/>
            <ac:spMkLst>
              <pc:docMk/>
              <pc:sldMasterMk cId="937365418" sldId="2147483648"/>
              <pc:sldLayoutMk cId="1416968522" sldId="2147483650"/>
              <ac:spMk id="4" creationId="{4AD116E2-2798-6B86-CD4C-40E4E5B88192}"/>
            </ac:spMkLst>
          </pc:spChg>
          <pc:picChg chg="del">
            <ac:chgData name="Aman Kumar" userId="0b4d6e6f-7c99-4de4-a9e6-a72a547bdecf" providerId="ADAL" clId="{23F62493-1586-41BE-8422-BA2FEF441FA9}" dt="2025-01-14T10:21:59.840" v="18" actId="21"/>
            <ac:picMkLst>
              <pc:docMk/>
              <pc:sldMasterMk cId="937365418" sldId="2147483648"/>
              <pc:sldLayoutMk cId="1416968522" sldId="2147483650"/>
              <ac:picMk id="11" creationId="{BEC31DEA-1F4C-44C7-BB96-6668FC0E356B}"/>
            </ac:picMkLst>
          </pc:picChg>
        </pc:sldLayoutChg>
        <pc:sldLayoutChg chg="addSp delSp modSp mod">
          <pc:chgData name="Aman Kumar" userId="0b4d6e6f-7c99-4de4-a9e6-a72a547bdecf" providerId="ADAL" clId="{23F62493-1586-41BE-8422-BA2FEF441FA9}" dt="2025-01-14T10:25:18.010" v="57" actId="20577"/>
          <pc:sldLayoutMkLst>
            <pc:docMk/>
            <pc:sldMasterMk cId="937365418" sldId="2147483648"/>
            <pc:sldLayoutMk cId="4179155296" sldId="2147483652"/>
          </pc:sldLayoutMkLst>
          <pc:spChg chg="mod">
            <ac:chgData name="Aman Kumar" userId="0b4d6e6f-7c99-4de4-a9e6-a72a547bdecf" providerId="ADAL" clId="{23F62493-1586-41BE-8422-BA2FEF441FA9}" dt="2025-01-14T10:25:18.010" v="57" actId="20577"/>
            <ac:spMkLst>
              <pc:docMk/>
              <pc:sldMasterMk cId="937365418" sldId="2147483648"/>
              <pc:sldLayoutMk cId="4179155296" sldId="2147483652"/>
              <ac:spMk id="5" creationId="{C8F25E93-1C78-485C-A015-7D9B7A300E4F}"/>
            </ac:spMkLst>
          </pc:spChg>
          <pc:picChg chg="add mod">
            <ac:chgData name="Aman Kumar" userId="0b4d6e6f-7c99-4de4-a9e6-a72a547bdecf" providerId="ADAL" clId="{23F62493-1586-41BE-8422-BA2FEF441FA9}" dt="2025-01-14T10:23:24.854" v="36" actId="1076"/>
            <ac:picMkLst>
              <pc:docMk/>
              <pc:sldMasterMk cId="937365418" sldId="2147483648"/>
              <pc:sldLayoutMk cId="4179155296" sldId="2147483652"/>
              <ac:picMk id="2" creationId="{67C7E018-1FE3-FC16-392D-8052B86A925C}"/>
            </ac:picMkLst>
          </pc:picChg>
          <pc:picChg chg="del">
            <ac:chgData name="Aman Kumar" userId="0b4d6e6f-7c99-4de4-a9e6-a72a547bdecf" providerId="ADAL" clId="{23F62493-1586-41BE-8422-BA2FEF441FA9}" dt="2025-01-14T10:22:40.719" v="26" actId="21"/>
            <ac:picMkLst>
              <pc:docMk/>
              <pc:sldMasterMk cId="937365418" sldId="2147483648"/>
              <pc:sldLayoutMk cId="4179155296" sldId="2147483652"/>
              <ac:picMk id="11" creationId="{BEC31DEA-1F4C-44C7-BB96-6668FC0E356B}"/>
            </ac:picMkLst>
          </pc:picChg>
        </pc:sldLayoutChg>
        <pc:sldLayoutChg chg="addSp delSp modSp mod">
          <pc:chgData name="Aman Kumar" userId="0b4d6e6f-7c99-4de4-a9e6-a72a547bdecf" providerId="ADAL" clId="{23F62493-1586-41BE-8422-BA2FEF441FA9}" dt="2025-01-14T10:23:08.362" v="31" actId="14100"/>
          <pc:sldLayoutMkLst>
            <pc:docMk/>
            <pc:sldMasterMk cId="937365418" sldId="2147483648"/>
            <pc:sldLayoutMk cId="446316123" sldId="2147483653"/>
          </pc:sldLayoutMkLst>
          <pc:picChg chg="add mod">
            <ac:chgData name="Aman Kumar" userId="0b4d6e6f-7c99-4de4-a9e6-a72a547bdecf" providerId="ADAL" clId="{23F62493-1586-41BE-8422-BA2FEF441FA9}" dt="2025-01-14T10:23:08.362" v="31" actId="14100"/>
            <ac:picMkLst>
              <pc:docMk/>
              <pc:sldMasterMk cId="937365418" sldId="2147483648"/>
              <pc:sldLayoutMk cId="446316123" sldId="2147483653"/>
              <ac:picMk id="4" creationId="{428642B2-F198-6CDB-852A-EB67CC6AF74E}"/>
            </ac:picMkLst>
          </pc:picChg>
          <pc:picChg chg="del">
            <ac:chgData name="Aman Kumar" userId="0b4d6e6f-7c99-4de4-a9e6-a72a547bdecf" providerId="ADAL" clId="{23F62493-1586-41BE-8422-BA2FEF441FA9}" dt="2025-01-14T10:22:45.265" v="27" actId="21"/>
            <ac:picMkLst>
              <pc:docMk/>
              <pc:sldMasterMk cId="937365418" sldId="2147483648"/>
              <pc:sldLayoutMk cId="446316123" sldId="2147483653"/>
              <ac:picMk id="11" creationId="{655F41EB-50EB-F855-98F0-35CF41FAD921}"/>
            </ac:picMkLst>
          </pc:pic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11" Type="http://schemas.openxmlformats.org/officeDocument/2006/relationships/image" Target="../media/image15.svg"/><Relationship Id="rId5" Type="http://schemas.openxmlformats.org/officeDocument/2006/relationships/image" Target="../media/image9.sv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sv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7.svg"/><Relationship Id="rId7" Type="http://schemas.openxmlformats.org/officeDocument/2006/relationships/image" Target="../media/image8.png"/><Relationship Id="rId12" Type="http://schemas.openxmlformats.org/officeDocument/2006/relationships/image" Target="../media/image15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svg"/><Relationship Id="rId11" Type="http://schemas.openxmlformats.org/officeDocument/2006/relationships/image" Target="../media/image14.png"/><Relationship Id="rId5" Type="http://schemas.openxmlformats.org/officeDocument/2006/relationships/image" Target="../media/image12.png"/><Relationship Id="rId10" Type="http://schemas.openxmlformats.org/officeDocument/2006/relationships/image" Target="../media/image11.svg"/><Relationship Id="rId4" Type="http://schemas.openxmlformats.org/officeDocument/2006/relationships/hyperlink" Target="http://www.powerplatformbootcamp.com/" TargetMode="External"/><Relationship Id="rId9" Type="http://schemas.openxmlformats.org/officeDocument/2006/relationships/image" Target="../media/image10.png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11" Type="http://schemas.openxmlformats.org/officeDocument/2006/relationships/image" Target="../media/image13.svg"/><Relationship Id="rId5" Type="http://schemas.openxmlformats.org/officeDocument/2006/relationships/image" Target="../media/image9.svg"/><Relationship Id="rId10" Type="http://schemas.openxmlformats.org/officeDocument/2006/relationships/image" Target="../media/image12.png"/><Relationship Id="rId4" Type="http://schemas.openxmlformats.org/officeDocument/2006/relationships/image" Target="../media/image8.png"/><Relationship Id="rId9" Type="http://schemas.openxmlformats.org/officeDocument/2006/relationships/image" Target="../media/image15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D07060A-A309-400B-93A4-D72FDC2B10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447300" y="2235200"/>
            <a:ext cx="2632075" cy="2387600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CA" dirty="0"/>
              <a:t>&lt;Speaker Headshot&gt;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3D0439F0-C3F4-4AF7-A28D-3CAB7D846D9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29200" y="2030413"/>
            <a:ext cx="6796454" cy="100293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CA" dirty="0"/>
              <a:t>&lt;SPEAKER NAME&gt;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5A254F57-E9BD-4546-BC8C-7C18C220ADB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29200" y="3011575"/>
            <a:ext cx="6796454" cy="1535566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>
                <a:solidFill>
                  <a:srgbClr val="DF81C3"/>
                </a:solidFill>
                <a:latin typeface="+mj-lt"/>
              </a:defRPr>
            </a:lvl1pPr>
          </a:lstStyle>
          <a:p>
            <a:pPr lvl="0"/>
            <a:r>
              <a:rPr lang="en-CA" dirty="0"/>
              <a:t>&lt;SESSION TITLE&gt;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D8670A90-7E6A-4736-99A5-CDCDD89EB2D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84932" y="5141302"/>
            <a:ext cx="914400" cy="9144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B11F83A-953B-4A76-AE2D-BF2664CFF1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0" y="218324"/>
            <a:ext cx="10172700" cy="1422715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49CAED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4400" dirty="0">
                <a:solidFill>
                  <a:srgbClr val="49CAED"/>
                </a:solidFill>
                <a:latin typeface="+mj-lt"/>
              </a:rPr>
              <a:t>GLOBAL POWER PLATFORM &amp; AGENT BOOTCAMP - &lt;City/User Group Name&gt;</a:t>
            </a:r>
            <a:br>
              <a:rPr lang="en-CA" sz="4400" dirty="0">
                <a:solidFill>
                  <a:srgbClr val="49CAED"/>
                </a:solidFill>
                <a:latin typeface="+mj-lt"/>
              </a:rPr>
            </a:br>
            <a:endParaRPr lang="en-CA" dirty="0"/>
          </a:p>
        </p:txBody>
      </p:sp>
      <p:sp>
        <p:nvSpPr>
          <p:cNvPr id="3" name="Freeform 11">
            <a:extLst>
              <a:ext uri="{FF2B5EF4-FFF2-40B4-BE49-F238E27FC236}">
                <a16:creationId xmlns:a16="http://schemas.microsoft.com/office/drawing/2014/main" id="{667109BB-94C1-095E-28FF-875E4447D47A}"/>
              </a:ext>
            </a:extLst>
          </p:cNvPr>
          <p:cNvSpPr/>
          <p:nvPr userDrawn="1"/>
        </p:nvSpPr>
        <p:spPr>
          <a:xfrm>
            <a:off x="3271927" y="5141302"/>
            <a:ext cx="914399" cy="914400"/>
          </a:xfrm>
          <a:custGeom>
            <a:avLst/>
            <a:gdLst/>
            <a:ahLst/>
            <a:cxnLst/>
            <a:rect l="l" t="t" r="r" b="b"/>
            <a:pathLst>
              <a:path w="331188" h="331188">
                <a:moveTo>
                  <a:pt x="0" y="0"/>
                </a:moveTo>
                <a:lnTo>
                  <a:pt x="331188" y="0"/>
                </a:lnTo>
                <a:lnTo>
                  <a:pt x="331188" y="331188"/>
                </a:lnTo>
                <a:lnTo>
                  <a:pt x="0" y="3311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13">
            <a:extLst>
              <a:ext uri="{FF2B5EF4-FFF2-40B4-BE49-F238E27FC236}">
                <a16:creationId xmlns:a16="http://schemas.microsoft.com/office/drawing/2014/main" id="{C80F4BCB-6C38-D6D8-98AC-B9638BB2B30E}"/>
              </a:ext>
            </a:extLst>
          </p:cNvPr>
          <p:cNvSpPr/>
          <p:nvPr userDrawn="1"/>
        </p:nvSpPr>
        <p:spPr>
          <a:xfrm>
            <a:off x="5697938" y="5141302"/>
            <a:ext cx="1094732" cy="914399"/>
          </a:xfrm>
          <a:custGeom>
            <a:avLst/>
            <a:gdLst/>
            <a:ahLst/>
            <a:cxnLst/>
            <a:rect l="l" t="t" r="r" b="b"/>
            <a:pathLst>
              <a:path w="318817" h="318817">
                <a:moveTo>
                  <a:pt x="0" y="0"/>
                </a:moveTo>
                <a:lnTo>
                  <a:pt x="318817" y="0"/>
                </a:lnTo>
                <a:lnTo>
                  <a:pt x="318817" y="318817"/>
                </a:lnTo>
                <a:lnTo>
                  <a:pt x="0" y="3188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6" name="Freeform 16">
            <a:extLst>
              <a:ext uri="{FF2B5EF4-FFF2-40B4-BE49-F238E27FC236}">
                <a16:creationId xmlns:a16="http://schemas.microsoft.com/office/drawing/2014/main" id="{51277C68-09CE-92F7-5F7C-E0A8F9FCA540}"/>
              </a:ext>
            </a:extLst>
          </p:cNvPr>
          <p:cNvSpPr/>
          <p:nvPr userDrawn="1"/>
        </p:nvSpPr>
        <p:spPr>
          <a:xfrm>
            <a:off x="7024242" y="5141302"/>
            <a:ext cx="981434" cy="914400"/>
          </a:xfrm>
          <a:custGeom>
            <a:avLst/>
            <a:gdLst/>
            <a:ahLst/>
            <a:cxnLst/>
            <a:rect l="l" t="t" r="r" b="b"/>
            <a:pathLst>
              <a:path w="333485" h="333485">
                <a:moveTo>
                  <a:pt x="0" y="0"/>
                </a:moveTo>
                <a:lnTo>
                  <a:pt x="333485" y="0"/>
                </a:lnTo>
                <a:lnTo>
                  <a:pt x="333485" y="333485"/>
                </a:lnTo>
                <a:lnTo>
                  <a:pt x="0" y="3334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Freeform 12">
            <a:extLst>
              <a:ext uri="{FF2B5EF4-FFF2-40B4-BE49-F238E27FC236}">
                <a16:creationId xmlns:a16="http://schemas.microsoft.com/office/drawing/2014/main" id="{8D762A74-EF30-0612-17E4-CDC100A10C17}"/>
              </a:ext>
            </a:extLst>
          </p:cNvPr>
          <p:cNvSpPr/>
          <p:nvPr userDrawn="1"/>
        </p:nvSpPr>
        <p:spPr>
          <a:xfrm>
            <a:off x="8237248" y="5141302"/>
            <a:ext cx="1094731" cy="914400"/>
          </a:xfrm>
          <a:custGeom>
            <a:avLst/>
            <a:gdLst/>
            <a:ahLst/>
            <a:cxnLst/>
            <a:rect l="l" t="t" r="r" b="b"/>
            <a:pathLst>
              <a:path w="331188" h="331188">
                <a:moveTo>
                  <a:pt x="0" y="0"/>
                </a:moveTo>
                <a:lnTo>
                  <a:pt x="331188" y="0"/>
                </a:lnTo>
                <a:lnTo>
                  <a:pt x="331188" y="331188"/>
                </a:lnTo>
                <a:lnTo>
                  <a:pt x="0" y="33118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6968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3D0439F0-C3F4-4AF7-A28D-3CAB7D846D9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41376" y="2030413"/>
            <a:ext cx="6084278" cy="100293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CA" dirty="0"/>
              <a:t>&lt;SPEAKER NAME&gt;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5A254F57-E9BD-4546-BC8C-7C18C220ADB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41377" y="3709020"/>
            <a:ext cx="6084276" cy="78681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>
                <a:solidFill>
                  <a:srgbClr val="DF81C3"/>
                </a:solidFill>
                <a:latin typeface="+mj-lt"/>
              </a:defRPr>
            </a:lvl1pPr>
          </a:lstStyle>
          <a:p>
            <a:pPr lvl="0"/>
            <a:r>
              <a:rPr lang="en-CA" dirty="0"/>
              <a:t>&lt;SESSION TITLE&gt;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D8670A90-7E6A-4736-99A5-CDCDD89EB2D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42556" y="5120950"/>
            <a:ext cx="914400" cy="914400"/>
          </a:xfrm>
          <a:prstGeom prst="rect">
            <a:avLst/>
          </a:prstGeom>
        </p:spPr>
      </p:pic>
      <p:sp>
        <p:nvSpPr>
          <p:cNvPr id="12" name="Picture Placeholder 7">
            <a:extLst>
              <a:ext uri="{FF2B5EF4-FFF2-40B4-BE49-F238E27FC236}">
                <a16:creationId xmlns:a16="http://schemas.microsoft.com/office/drawing/2014/main" id="{1A995FF7-C836-41AF-8B75-9A2EA8C92D6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378216" y="1545021"/>
            <a:ext cx="3384184" cy="3176234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CA" dirty="0"/>
              <a:t>&lt;Speaker Headshot&gt;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7782FA84-8557-4A5C-A76F-758CC55D580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741376" y="3011575"/>
            <a:ext cx="6084277" cy="646331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>
                <a:solidFill>
                  <a:srgbClr val="E797C9"/>
                </a:solidFill>
                <a:latin typeface="+mj-lt"/>
              </a:defRPr>
            </a:lvl1pPr>
          </a:lstStyle>
          <a:p>
            <a:pPr lvl="0"/>
            <a:r>
              <a:rPr lang="en-CA" dirty="0"/>
              <a:t>&lt;Speaker Title&gt;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F25E93-1C78-485C-A015-7D9B7A300E4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741008" y="4546952"/>
            <a:ext cx="6084278" cy="1488398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>
              <a:buNone/>
              <a:defRPr lang="en-CA" sz="2400" kern="1200" smtClean="0">
                <a:solidFill>
                  <a:srgbClr val="F8DE6E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defRPr>
            </a:lvl1pPr>
          </a:lstStyle>
          <a:p>
            <a:pPr algn="ctr"/>
            <a:endParaRPr lang="en-CA" sz="2800" kern="1200" dirty="0">
              <a:solidFill>
                <a:srgbClr val="7EC6FE"/>
              </a:solidFill>
              <a:latin typeface="+mj-lt"/>
              <a:ea typeface="+mn-ea"/>
              <a:cs typeface="+mn-cs"/>
            </a:endParaRPr>
          </a:p>
          <a:p>
            <a:pPr algn="ctr"/>
            <a:r>
              <a:rPr lang="en-CA" sz="2800" kern="1200" dirty="0">
                <a:solidFill>
                  <a:srgbClr val="7EC6FE"/>
                </a:solidFill>
                <a:latin typeface="+mj-lt"/>
                <a:ea typeface="+mn-ea"/>
                <a:cs typeface="+mn-cs"/>
              </a:rPr>
              <a:t>February 20</a:t>
            </a:r>
            <a:r>
              <a:rPr lang="en-CA" sz="2800" kern="1200" baseline="30000" dirty="0">
                <a:solidFill>
                  <a:srgbClr val="7EC6FE"/>
                </a:solidFill>
                <a:latin typeface="+mj-lt"/>
                <a:ea typeface="+mn-ea"/>
                <a:cs typeface="+mn-cs"/>
              </a:rPr>
              <a:t>th</a:t>
            </a:r>
            <a:r>
              <a:rPr lang="en-CA" sz="2800" kern="1200" dirty="0">
                <a:solidFill>
                  <a:srgbClr val="7EC6FE"/>
                </a:solidFill>
                <a:latin typeface="+mj-lt"/>
                <a:ea typeface="+mn-ea"/>
                <a:cs typeface="+mn-cs"/>
              </a:rPr>
              <a:t> 2026 – February 21</a:t>
            </a:r>
            <a:r>
              <a:rPr lang="en-CA" sz="2800" kern="1200" baseline="30000" dirty="0">
                <a:solidFill>
                  <a:srgbClr val="7EC6FE"/>
                </a:solidFill>
                <a:latin typeface="+mj-lt"/>
                <a:ea typeface="+mn-ea"/>
                <a:cs typeface="+mn-cs"/>
              </a:rPr>
              <a:t>st</a:t>
            </a:r>
            <a:r>
              <a:rPr lang="en-CA" sz="2800" kern="1200" dirty="0">
                <a:solidFill>
                  <a:srgbClr val="7EC6FE"/>
                </a:solidFill>
                <a:latin typeface="+mj-lt"/>
                <a:ea typeface="+mn-ea"/>
                <a:cs typeface="+mn-cs"/>
              </a:rPr>
              <a:t> 2026</a:t>
            </a:r>
            <a:endParaRPr lang="en-CA" dirty="0"/>
          </a:p>
          <a:p>
            <a:pPr algn="ctr"/>
            <a:r>
              <a:rPr lang="en-CA" sz="3600" kern="1200" dirty="0">
                <a:solidFill>
                  <a:srgbClr val="F8DE6E"/>
                </a:solidFill>
                <a:latin typeface="+mj-lt"/>
                <a:ea typeface="+mn-ea"/>
                <a:cs typeface="+mn-c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www.powerplatformbootcamp.com</a:t>
            </a:r>
            <a:endParaRPr lang="en-CA" sz="3600" kern="1200" dirty="0">
              <a:solidFill>
                <a:srgbClr val="F8DE6E"/>
              </a:solidFill>
              <a:latin typeface="+mj-lt"/>
              <a:ea typeface="+mn-ea"/>
              <a:cs typeface="+mn-cs"/>
            </a:endParaRPr>
          </a:p>
          <a:p>
            <a:r>
              <a:rPr lang="en-CA" dirty="0">
                <a:solidFill>
                  <a:schemeClr val="bg1"/>
                </a:solidFill>
              </a:rPr>
              <a:t>         </a:t>
            </a:r>
          </a:p>
          <a:p>
            <a:pPr algn="r"/>
            <a:r>
              <a:rPr lang="en-CA" dirty="0">
                <a:solidFill>
                  <a:schemeClr val="bg1"/>
                </a:solidFill>
              </a:rPr>
              <a:t> </a:t>
            </a:r>
          </a:p>
          <a:p>
            <a:endParaRPr lang="en-CA" dirty="0"/>
          </a:p>
          <a:p>
            <a:pPr lvl="0"/>
            <a:endParaRPr lang="en-CA" dirty="0"/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63E9C74F-30CB-4632-A530-DF36B2BC94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61540" y="80290"/>
            <a:ext cx="10070626" cy="132556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4400" dirty="0">
                <a:solidFill>
                  <a:srgbClr val="49CAED"/>
                </a:solidFill>
                <a:latin typeface="+mj-lt"/>
              </a:rPr>
              <a:t>GLOBAL POWER PLATFORM &amp; AGENT BOOTCAMP - &lt;City/User Group Name&gt;</a:t>
            </a:r>
            <a:br>
              <a:rPr lang="en-CA" sz="4400" dirty="0">
                <a:solidFill>
                  <a:srgbClr val="49CAED"/>
                </a:solidFill>
                <a:latin typeface="+mj-lt"/>
              </a:rPr>
            </a:br>
            <a:endParaRPr lang="en-CA" dirty="0"/>
          </a:p>
        </p:txBody>
      </p:sp>
      <p:sp>
        <p:nvSpPr>
          <p:cNvPr id="4" name="Freeform 16">
            <a:extLst>
              <a:ext uri="{FF2B5EF4-FFF2-40B4-BE49-F238E27FC236}">
                <a16:creationId xmlns:a16="http://schemas.microsoft.com/office/drawing/2014/main" id="{77C01697-6A7B-9536-7FFC-AB4BB4F15945}"/>
              </a:ext>
            </a:extLst>
          </p:cNvPr>
          <p:cNvSpPr/>
          <p:nvPr userDrawn="1"/>
        </p:nvSpPr>
        <p:spPr>
          <a:xfrm>
            <a:off x="3453003" y="5120950"/>
            <a:ext cx="981434" cy="914400"/>
          </a:xfrm>
          <a:custGeom>
            <a:avLst/>
            <a:gdLst/>
            <a:ahLst/>
            <a:cxnLst/>
            <a:rect l="l" t="t" r="r" b="b"/>
            <a:pathLst>
              <a:path w="333485" h="333485">
                <a:moveTo>
                  <a:pt x="0" y="0"/>
                </a:moveTo>
                <a:lnTo>
                  <a:pt x="333485" y="0"/>
                </a:lnTo>
                <a:lnTo>
                  <a:pt x="333485" y="333485"/>
                </a:lnTo>
                <a:lnTo>
                  <a:pt x="0" y="33348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777A6BFD-473D-84B7-15DE-9D99738566D4}"/>
              </a:ext>
            </a:extLst>
          </p:cNvPr>
          <p:cNvSpPr/>
          <p:nvPr userDrawn="1"/>
        </p:nvSpPr>
        <p:spPr>
          <a:xfrm>
            <a:off x="247632" y="5120950"/>
            <a:ext cx="914399" cy="914400"/>
          </a:xfrm>
          <a:custGeom>
            <a:avLst/>
            <a:gdLst/>
            <a:ahLst/>
            <a:cxnLst/>
            <a:rect l="l" t="t" r="r" b="b"/>
            <a:pathLst>
              <a:path w="331188" h="331188">
                <a:moveTo>
                  <a:pt x="0" y="0"/>
                </a:moveTo>
                <a:lnTo>
                  <a:pt x="331188" y="0"/>
                </a:lnTo>
                <a:lnTo>
                  <a:pt x="331188" y="331188"/>
                </a:lnTo>
                <a:lnTo>
                  <a:pt x="0" y="33118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776A2606-06B2-2648-EE6A-A467E46CB005}"/>
              </a:ext>
            </a:extLst>
          </p:cNvPr>
          <p:cNvSpPr/>
          <p:nvPr userDrawn="1"/>
        </p:nvSpPr>
        <p:spPr>
          <a:xfrm>
            <a:off x="2281874" y="5112152"/>
            <a:ext cx="1094732" cy="914399"/>
          </a:xfrm>
          <a:custGeom>
            <a:avLst/>
            <a:gdLst/>
            <a:ahLst/>
            <a:cxnLst/>
            <a:rect l="l" t="t" r="r" b="b"/>
            <a:pathLst>
              <a:path w="318817" h="318817">
                <a:moveTo>
                  <a:pt x="0" y="0"/>
                </a:moveTo>
                <a:lnTo>
                  <a:pt x="318817" y="0"/>
                </a:lnTo>
                <a:lnTo>
                  <a:pt x="318817" y="318817"/>
                </a:lnTo>
                <a:lnTo>
                  <a:pt x="0" y="31881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5" name="Freeform 12">
            <a:extLst>
              <a:ext uri="{FF2B5EF4-FFF2-40B4-BE49-F238E27FC236}">
                <a16:creationId xmlns:a16="http://schemas.microsoft.com/office/drawing/2014/main" id="{678C603C-5797-78D6-27E6-AE69FFAE528B}"/>
              </a:ext>
            </a:extLst>
          </p:cNvPr>
          <p:cNvSpPr/>
          <p:nvPr userDrawn="1"/>
        </p:nvSpPr>
        <p:spPr>
          <a:xfrm>
            <a:off x="4540357" y="5120950"/>
            <a:ext cx="1094731" cy="914400"/>
          </a:xfrm>
          <a:custGeom>
            <a:avLst/>
            <a:gdLst/>
            <a:ahLst/>
            <a:cxnLst/>
            <a:rect l="l" t="t" r="r" b="b"/>
            <a:pathLst>
              <a:path w="331188" h="331188">
                <a:moveTo>
                  <a:pt x="0" y="0"/>
                </a:moveTo>
                <a:lnTo>
                  <a:pt x="331188" y="0"/>
                </a:lnTo>
                <a:lnTo>
                  <a:pt x="331188" y="331188"/>
                </a:lnTo>
                <a:lnTo>
                  <a:pt x="0" y="33118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9155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7B9E9-0394-4052-8DE5-7655C2AB5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4473" y="231310"/>
            <a:ext cx="9844668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7">
            <a:extLst>
              <a:ext uri="{FF2B5EF4-FFF2-40B4-BE49-F238E27FC236}">
                <a16:creationId xmlns:a16="http://schemas.microsoft.com/office/drawing/2014/main" id="{4BD93297-5E04-4CF0-A1EA-1A28FE3A6B3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378216" y="1734592"/>
            <a:ext cx="3384184" cy="3176234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CA" dirty="0"/>
              <a:t>&lt;Speaker Headshot&gt;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2BDE4783-A360-CA80-3837-EDE6A17F4A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84932" y="5141302"/>
            <a:ext cx="914400" cy="914400"/>
          </a:xfrm>
          <a:prstGeom prst="rect">
            <a:avLst/>
          </a:prstGeom>
        </p:spPr>
      </p:pic>
      <p:sp>
        <p:nvSpPr>
          <p:cNvPr id="6" name="Freeform 11">
            <a:extLst>
              <a:ext uri="{FF2B5EF4-FFF2-40B4-BE49-F238E27FC236}">
                <a16:creationId xmlns:a16="http://schemas.microsoft.com/office/drawing/2014/main" id="{51442973-300D-99E9-5D16-E18742AFA65A}"/>
              </a:ext>
            </a:extLst>
          </p:cNvPr>
          <p:cNvSpPr/>
          <p:nvPr userDrawn="1"/>
        </p:nvSpPr>
        <p:spPr>
          <a:xfrm>
            <a:off x="3435454" y="5141302"/>
            <a:ext cx="914399" cy="914400"/>
          </a:xfrm>
          <a:custGeom>
            <a:avLst/>
            <a:gdLst/>
            <a:ahLst/>
            <a:cxnLst/>
            <a:rect l="l" t="t" r="r" b="b"/>
            <a:pathLst>
              <a:path w="331188" h="331188">
                <a:moveTo>
                  <a:pt x="0" y="0"/>
                </a:moveTo>
                <a:lnTo>
                  <a:pt x="331188" y="0"/>
                </a:lnTo>
                <a:lnTo>
                  <a:pt x="331188" y="331188"/>
                </a:lnTo>
                <a:lnTo>
                  <a:pt x="0" y="3311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13">
            <a:extLst>
              <a:ext uri="{FF2B5EF4-FFF2-40B4-BE49-F238E27FC236}">
                <a16:creationId xmlns:a16="http://schemas.microsoft.com/office/drawing/2014/main" id="{2010615A-2F4A-44D7-AD5C-02E085A9BE45}"/>
              </a:ext>
            </a:extLst>
          </p:cNvPr>
          <p:cNvSpPr/>
          <p:nvPr userDrawn="1"/>
        </p:nvSpPr>
        <p:spPr>
          <a:xfrm>
            <a:off x="5585204" y="5141302"/>
            <a:ext cx="1094732" cy="914399"/>
          </a:xfrm>
          <a:custGeom>
            <a:avLst/>
            <a:gdLst/>
            <a:ahLst/>
            <a:cxnLst/>
            <a:rect l="l" t="t" r="r" b="b"/>
            <a:pathLst>
              <a:path w="318817" h="318817">
                <a:moveTo>
                  <a:pt x="0" y="0"/>
                </a:moveTo>
                <a:lnTo>
                  <a:pt x="318817" y="0"/>
                </a:lnTo>
                <a:lnTo>
                  <a:pt x="318817" y="318817"/>
                </a:lnTo>
                <a:lnTo>
                  <a:pt x="0" y="3188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1" name="Freeform 12">
            <a:extLst>
              <a:ext uri="{FF2B5EF4-FFF2-40B4-BE49-F238E27FC236}">
                <a16:creationId xmlns:a16="http://schemas.microsoft.com/office/drawing/2014/main" id="{6A5862F2-DF43-47CE-082C-BB40DE579481}"/>
              </a:ext>
            </a:extLst>
          </p:cNvPr>
          <p:cNvSpPr/>
          <p:nvPr userDrawn="1"/>
        </p:nvSpPr>
        <p:spPr>
          <a:xfrm>
            <a:off x="7915724" y="5141302"/>
            <a:ext cx="1094731" cy="914400"/>
          </a:xfrm>
          <a:custGeom>
            <a:avLst/>
            <a:gdLst/>
            <a:ahLst/>
            <a:cxnLst/>
            <a:rect l="l" t="t" r="r" b="b"/>
            <a:pathLst>
              <a:path w="331188" h="331188">
                <a:moveTo>
                  <a:pt x="0" y="0"/>
                </a:moveTo>
                <a:lnTo>
                  <a:pt x="331188" y="0"/>
                </a:lnTo>
                <a:lnTo>
                  <a:pt x="331188" y="331188"/>
                </a:lnTo>
                <a:lnTo>
                  <a:pt x="0" y="33118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3" name="Freeform 16">
            <a:extLst>
              <a:ext uri="{FF2B5EF4-FFF2-40B4-BE49-F238E27FC236}">
                <a16:creationId xmlns:a16="http://schemas.microsoft.com/office/drawing/2014/main" id="{B02C8E19-E5CB-CBFD-C24F-CEB020C3250F}"/>
              </a:ext>
            </a:extLst>
          </p:cNvPr>
          <p:cNvSpPr/>
          <p:nvPr userDrawn="1"/>
        </p:nvSpPr>
        <p:spPr>
          <a:xfrm>
            <a:off x="6865808" y="5141302"/>
            <a:ext cx="981434" cy="914400"/>
          </a:xfrm>
          <a:custGeom>
            <a:avLst/>
            <a:gdLst/>
            <a:ahLst/>
            <a:cxnLst/>
            <a:rect l="l" t="t" r="r" b="b"/>
            <a:pathLst>
              <a:path w="333485" h="333485">
                <a:moveTo>
                  <a:pt x="0" y="0"/>
                </a:moveTo>
                <a:lnTo>
                  <a:pt x="333485" y="0"/>
                </a:lnTo>
                <a:lnTo>
                  <a:pt x="333485" y="333485"/>
                </a:lnTo>
                <a:lnTo>
                  <a:pt x="0" y="33348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6316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jpg"/><Relationship Id="rId4" Type="http://schemas.openxmlformats.org/officeDocument/2006/relationships/theme" Target="../theme/theme1.xml"/><Relationship Id="rId9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CC42B244-FBE9-4F38-8EEB-8A7446B2A258}"/>
              </a:ext>
            </a:extLst>
          </p:cNvPr>
          <p:cNvSpPr txBox="1"/>
          <p:nvPr userDrawn="1"/>
        </p:nvSpPr>
        <p:spPr>
          <a:xfrm>
            <a:off x="3974124" y="6354795"/>
            <a:ext cx="5380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800" kern="1200" dirty="0">
                <a:solidFill>
                  <a:srgbClr val="74BFFD"/>
                </a:solidFill>
                <a:latin typeface="+mj-lt"/>
                <a:ea typeface="+mn-ea"/>
                <a:cs typeface="+mn-cs"/>
              </a:rPr>
              <a:t>#GLOBALPOWERPLATFORM&amp;AGENTBOOTCAMP #GPPB2026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A37686-DF23-4AFA-8D41-9808018F7572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224" y="6283569"/>
            <a:ext cx="1390100" cy="511785"/>
          </a:xfrm>
          <a:prstGeom prst="rect">
            <a:avLst/>
          </a:prstGeom>
        </p:spPr>
      </p:pic>
      <p:pic>
        <p:nvPicPr>
          <p:cNvPr id="2" name="Picture 1" descr="A close up of a logo&#10;&#10;Description automatically generated">
            <a:extLst>
              <a:ext uri="{FF2B5EF4-FFF2-40B4-BE49-F238E27FC236}">
                <a16:creationId xmlns:a16="http://schemas.microsoft.com/office/drawing/2014/main" id="{A4881C3C-935C-07BE-978C-BFE9F6CCBC1E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739" y="6354795"/>
            <a:ext cx="1297358" cy="336352"/>
          </a:xfrm>
          <a:prstGeom prst="rect">
            <a:avLst/>
          </a:prstGeom>
        </p:spPr>
      </p:pic>
      <p:sp>
        <p:nvSpPr>
          <p:cNvPr id="4" name="Freeform 7">
            <a:extLst>
              <a:ext uri="{FF2B5EF4-FFF2-40B4-BE49-F238E27FC236}">
                <a16:creationId xmlns:a16="http://schemas.microsoft.com/office/drawing/2014/main" id="{4535CE87-26DF-1447-D39B-1583C9CF2021}"/>
              </a:ext>
            </a:extLst>
          </p:cNvPr>
          <p:cNvSpPr/>
          <p:nvPr userDrawn="1"/>
        </p:nvSpPr>
        <p:spPr>
          <a:xfrm>
            <a:off x="-548311" y="-348974"/>
            <a:ext cx="2605712" cy="2388789"/>
          </a:xfrm>
          <a:custGeom>
            <a:avLst/>
            <a:gdLst/>
            <a:ahLst/>
            <a:cxnLst/>
            <a:rect l="l" t="t" r="r" b="b"/>
            <a:pathLst>
              <a:path w="2600594" h="2739589">
                <a:moveTo>
                  <a:pt x="0" y="0"/>
                </a:moveTo>
                <a:lnTo>
                  <a:pt x="2600594" y="0"/>
                </a:lnTo>
                <a:lnTo>
                  <a:pt x="2600594" y="2739589"/>
                </a:lnTo>
                <a:lnTo>
                  <a:pt x="0" y="273958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7365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2" r:id="rId2"/>
    <p:sldLayoutId id="2147483653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powerplatformbootcamp.com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powerplatformbootcamp.com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D7AE1CFB-697A-44B0-BBEA-5C0B414CFE5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5F9474-FA3E-4982-8E91-9C0C110674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5824C3-55D2-405B-869F-A12BE2AAB01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0" y="3011575"/>
            <a:ext cx="6796454" cy="1535566"/>
          </a:xfrm>
        </p:spPr>
        <p:txBody>
          <a:bodyPr/>
          <a:lstStyle/>
          <a:p>
            <a:endParaRPr lang="en-CA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A2FC6D6-E422-4B2F-A3CF-063B5F08E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2237361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907B91-5626-4C27-B525-7676E349E14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037736-388B-4720-84F5-E12AA33F51E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20B3820-B777-4231-9E50-221203D9496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51EA56-E580-47F0-9831-08ADF618316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044DA06-42F7-4F1F-B500-A1D63375FC3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36078" y="4495838"/>
            <a:ext cx="6796088" cy="1271588"/>
          </a:xfrm>
        </p:spPr>
        <p:txBody>
          <a:bodyPr/>
          <a:lstStyle/>
          <a:p>
            <a:pPr algn="ctr"/>
            <a:endParaRPr lang="en-CA" dirty="0">
              <a:solidFill>
                <a:srgbClr val="7EC6FE"/>
              </a:solidFill>
            </a:endParaRPr>
          </a:p>
          <a:p>
            <a:pPr algn="ctr"/>
            <a:r>
              <a:rPr lang="en-CA" dirty="0">
                <a:solidFill>
                  <a:srgbClr val="7EC6FE"/>
                </a:solidFill>
              </a:rPr>
              <a:t>February 20</a:t>
            </a:r>
            <a:r>
              <a:rPr lang="en-CA" baseline="30000" dirty="0">
                <a:solidFill>
                  <a:srgbClr val="7EC6FE"/>
                </a:solidFill>
              </a:rPr>
              <a:t>th</a:t>
            </a:r>
            <a:r>
              <a:rPr lang="en-CA" dirty="0">
                <a:solidFill>
                  <a:srgbClr val="7EC6FE"/>
                </a:solidFill>
              </a:rPr>
              <a:t> 2026 – February 21</a:t>
            </a:r>
            <a:r>
              <a:rPr lang="en-CA" baseline="30000" dirty="0">
                <a:solidFill>
                  <a:srgbClr val="7EC6FE"/>
                </a:solidFill>
              </a:rPr>
              <a:t>st</a:t>
            </a:r>
            <a:r>
              <a:rPr lang="en-CA" dirty="0">
                <a:solidFill>
                  <a:srgbClr val="7EC6FE"/>
                </a:solidFill>
              </a:rPr>
              <a:t> 2026</a:t>
            </a:r>
            <a:endParaRPr lang="en-CA" dirty="0"/>
          </a:p>
          <a:p>
            <a:pPr algn="ctr"/>
            <a:r>
              <a:rPr lang="en-CA" sz="32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www.powerplatformbootcamp.com</a:t>
            </a:r>
            <a:endParaRPr lang="en-CA" sz="3200" dirty="0"/>
          </a:p>
          <a:p>
            <a:endParaRPr lang="en-CA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78640F84-B8C7-4794-9C90-0535CA869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702279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8295565-5CB7-46E4-A17E-89C7D244485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96D0E1-D997-4E7F-A463-A0688E6099A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40782B3-6773-4452-9C3F-A75471F8B87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A6945D-60BC-44D3-9C8C-F5CD38BED98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0DEBA81-AB9A-4751-BBAE-A0FF5885E9E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pPr algn="ctr"/>
            <a:endParaRPr lang="en-CA" dirty="0">
              <a:solidFill>
                <a:srgbClr val="7EC6FE"/>
              </a:solidFill>
            </a:endParaRPr>
          </a:p>
          <a:p>
            <a:pPr algn="ctr"/>
            <a:r>
              <a:rPr lang="en-CA" dirty="0">
                <a:solidFill>
                  <a:srgbClr val="7EC6FE"/>
                </a:solidFill>
              </a:rPr>
              <a:t>February 20</a:t>
            </a:r>
            <a:r>
              <a:rPr lang="en-CA" baseline="30000" dirty="0">
                <a:solidFill>
                  <a:srgbClr val="7EC6FE"/>
                </a:solidFill>
              </a:rPr>
              <a:t>th</a:t>
            </a:r>
            <a:r>
              <a:rPr lang="en-CA" dirty="0">
                <a:solidFill>
                  <a:srgbClr val="7EC6FE"/>
                </a:solidFill>
              </a:rPr>
              <a:t> 2026 – February 21</a:t>
            </a:r>
            <a:r>
              <a:rPr lang="en-CA" baseline="30000" dirty="0">
                <a:solidFill>
                  <a:srgbClr val="7EC6FE"/>
                </a:solidFill>
              </a:rPr>
              <a:t>st</a:t>
            </a:r>
            <a:r>
              <a:rPr lang="en-CA" dirty="0">
                <a:solidFill>
                  <a:srgbClr val="7EC6FE"/>
                </a:solidFill>
              </a:rPr>
              <a:t> 2026</a:t>
            </a:r>
            <a:endParaRPr lang="en-CA" dirty="0"/>
          </a:p>
          <a:p>
            <a:pPr algn="ctr"/>
            <a:r>
              <a:rPr lang="en-CA" sz="3200" dirty="0">
                <a:latin typeface="+mj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www.PowerPlatformBootcamp.com</a:t>
            </a:r>
            <a:endParaRPr lang="en-CA" sz="3200" dirty="0">
              <a:latin typeface="+mj-lt"/>
            </a:endParaRPr>
          </a:p>
          <a:p>
            <a:endParaRPr lang="en-CA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FA0326DB-5964-4C1B-AEFA-C74076337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075327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0760591-5069-45D9-84E5-1FC317064E4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C7308D-77E6-4CFC-A55F-B34BD2B05E4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601C948-939D-4963-A9A0-9981627B76A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DCC6E2-38FC-4D88-9FA6-01311DD0544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5B3CCE6-EC9C-4CFE-8D03-7DAE548CBB4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775A530-A140-426E-9F67-074F240A4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094317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49CAED"/>
      </a:dk1>
      <a:lt1>
        <a:sysClr val="window" lastClr="FFFFFF"/>
      </a:lt1>
      <a:dk2>
        <a:srgbClr val="54565A"/>
      </a:dk2>
      <a:lt2>
        <a:srgbClr val="E7E8E9"/>
      </a:lt2>
      <a:accent1>
        <a:srgbClr val="732773"/>
      </a:accent1>
      <a:accent2>
        <a:srgbClr val="54565A"/>
      </a:accent2>
      <a:accent3>
        <a:srgbClr val="A442DC"/>
      </a:accent3>
      <a:accent4>
        <a:srgbClr val="7B7E83"/>
      </a:accent4>
      <a:accent5>
        <a:srgbClr val="D8D9DA"/>
      </a:accent5>
      <a:accent6>
        <a:srgbClr val="B564E3"/>
      </a:accent6>
      <a:hlink>
        <a:srgbClr val="0563C1"/>
      </a:hlink>
      <a:folHlink>
        <a:srgbClr val="0563C1"/>
      </a:folHlink>
    </a:clrScheme>
    <a:fontScheme name="GPPB">
      <a:majorFont>
        <a:latin typeface="Oswald"/>
        <a:ea typeface=""/>
        <a:cs typeface=""/>
      </a:majorFont>
      <a:minorFont>
        <a:latin typeface="Oswal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19693BE121C004687EFB28B039D3C8D" ma:contentTypeVersion="12" ma:contentTypeDescription="Create a new document." ma:contentTypeScope="" ma:versionID="9a34a2d151c66e04bc8b4317ca17db25">
  <xsd:schema xmlns:xsd="http://www.w3.org/2001/XMLSchema" xmlns:xs="http://www.w3.org/2001/XMLSchema" xmlns:p="http://schemas.microsoft.com/office/2006/metadata/properties" xmlns:ns2="dbf16366-65c0-4f8e-a7b3-fa6922681b44" xmlns:ns3="00e9b71e-bf0d-47fd-91a5-409ca5e0fedf" targetNamespace="http://schemas.microsoft.com/office/2006/metadata/properties" ma:root="true" ma:fieldsID="fd67bf8edc4dba75bc974a278c5698dd" ns2:_="" ns3:_="">
    <xsd:import namespace="dbf16366-65c0-4f8e-a7b3-fa6922681b44"/>
    <xsd:import namespace="00e9b71e-bf0d-47fd-91a5-409ca5e0fed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f16366-65c0-4f8e-a7b3-fa6922681b4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9889976f-07e5-4fd2-a46b-40caf4f6155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0e9b71e-bf0d-47fd-91a5-409ca5e0fedf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bf16366-65c0-4f8e-a7b3-fa6922681b44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E603CAB2-7280-4A6C-A224-E3D8A8BCDB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bf16366-65c0-4f8e-a7b3-fa6922681b44"/>
    <ds:schemaRef ds:uri="00e9b71e-bf0d-47fd-91a5-409ca5e0fed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46C0C05-D953-4444-8405-0E47656BF76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0180D9A-D519-4FDB-8F34-05266BAFD48C}">
  <ds:schemaRefs>
    <ds:schemaRef ds:uri="http://purl.org/dc/terms/"/>
    <ds:schemaRef ds:uri="http://schemas.microsoft.com/office/2006/metadata/properties"/>
    <ds:schemaRef ds:uri="407edbc8-33f4-4ad5-9103-f6a22380258f"/>
    <ds:schemaRef ds:uri="http://www.w3.org/XML/1998/namespace"/>
    <ds:schemaRef ds:uri="http://schemas.microsoft.com/office/infopath/2007/PartnerControls"/>
    <ds:schemaRef ds:uri="http://purl.org/dc/dcmitype/"/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13665812-222f-4482-9c42-d202b5dc0cde"/>
    <ds:schemaRef ds:uri="dbf16366-65c0-4f8e-a7b3-fa6922681b44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1832</TotalTime>
  <Words>24</Words>
  <Application>Microsoft Office PowerPoint</Application>
  <PresentationFormat>Widescreen</PresentationFormat>
  <Paragraphs>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Oswald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Dhina Gajavarathan</dc:creator>
  <cp:lastModifiedBy>Aman Kumar</cp:lastModifiedBy>
  <cp:revision>37</cp:revision>
  <dcterms:created xsi:type="dcterms:W3CDTF">2020-01-26T01:07:47Z</dcterms:created>
  <dcterms:modified xsi:type="dcterms:W3CDTF">2026-01-28T08:24:20Z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0x010100619693BE121C004687EFB28B039D3C8D</vt:lpwstr>
  </property>
</Properties>
</file>